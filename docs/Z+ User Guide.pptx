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Z+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6868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Video meetings,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554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chat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2267712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226771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&amp; reactions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980944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980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3694176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69417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4407408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44074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5120640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24262E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5120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Linux · iOS · Android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Z+?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is a secure video-meeting platform. Sign in, then start, schedule, or join meetings by ID. Everyone gets a live roster and private, end-to-end encrypted chat — plus reactions, polls, file sharing, a shared whiteboard, and breakout rooms.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3154680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Accounts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or register; optional two-factor security.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84448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58768" y="3154680"/>
            <a:ext cx="566928" cy="566928"/>
          </a:xfrm>
          <a:prstGeom prst="ellipse">
            <a:avLst/>
          </a:prstGeom>
          <a:solidFill>
            <a:srgbClr val="7BE28B"/>
          </a:solidFill>
          <a:ln/>
        </p:spPr>
      </p:sp>
      <p:sp>
        <p:nvSpPr>
          <p:cNvPr id="12" name="Text 10"/>
          <p:cNvSpPr/>
          <p:nvPr/>
        </p:nvSpPr>
        <p:spPr>
          <a:xfrm>
            <a:off x="3858768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58768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Meetings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58768" y="42976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scheduled, or join by 9-digit ID.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0256" y="3154680"/>
            <a:ext cx="566928" cy="5669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0256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20256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42976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polls, files, whiteboard, breakouts.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07424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81744" y="3154680"/>
            <a:ext cx="566928" cy="566928"/>
          </a:xfrm>
          <a:prstGeom prst="ellipse">
            <a:avLst/>
          </a:prstGeom>
          <a:solidFill>
            <a:srgbClr val="4B9D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81744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81744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Anywhere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81744" y="42976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iPhone and Android.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 in to Z+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57984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57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993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the Server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35915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Z+ server's address (your admin provides it), e.g. https://meet.yourco.com:5199.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575304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74520" y="34107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 your account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74520" y="37764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email and password. New here? Tap “Create an account” if your server allows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992624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92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Two-factor (if required)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74520" y="51937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admin requires MFA, add the shown key to an authenticator app, then enter the 6-digit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26680" y="1828800"/>
            <a:ext cx="3611880" cy="4069080"/>
          </a:xfrm>
          <a:prstGeom prst="roundRect">
            <a:avLst>
              <a:gd name="adj" fmla="val 30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rgbClr val="7BE28B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0100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login is remembered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3200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saves the last server and email you used, so you're one tap from signing in next time.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default first account is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admin@zplus.local — change its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right away.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Start, join, or schedule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 instant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Start an instant meeting. Optionally turn on the waiting room to admit people yourself.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25696" y="187452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2194560"/>
            <a:ext cx="566928" cy="566928"/>
          </a:xfrm>
          <a:prstGeom prst="ellipse">
            <a:avLst/>
          </a:prstGeom>
          <a:solidFill>
            <a:srgbClr val="7BE28B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45736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Join by 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45736" y="34290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9-digit meeting ID (and password if required), then Join.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8432" y="187452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194560"/>
            <a:ext cx="566928" cy="5669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48472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Schedule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48472" y="34290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topic, date, time and length. Add email addresses to send invitations.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include a link that opens Z+ straight on the join screen.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MEETING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meeting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126480" cy="4114800"/>
          </a:xfrm>
          <a:prstGeom prst="roundRect">
            <a:avLst>
              <a:gd name="adj" fmla="val 266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57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 Meeting   •   ID 568-954-497   •   🔒 E2EE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29968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62656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95344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8032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22960" cy="0"/>
          </a:xfrm>
          <a:prstGeom prst="line">
            <a:avLst/>
          </a:prstGeom>
          <a:noFill/>
          <a:ln w="254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(You)  • host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Blake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Rivera  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51206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C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120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👏  ❤  😂  🎉  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People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224942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+ host controls; admit people from the waiting room.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009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 private messages — end-to-end encrypted.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Polls / Files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435254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in live polls; share and download files.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5074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 / Rooms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540410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together; split into breakout rooms.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Reactions &amp; polls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566928" cy="5669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8803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 emoji in the toolbar and it floats on everyone's screen for a few seconds — a quick way to applaud, agree, or raise your hand without interrupting.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4480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 👏   ❤   😂   🎉   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94560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6948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asks a question with 2–10 answers. Everyone taps to vote and watches the tallies update live. The host can close the poll when done.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4114800"/>
            <a:ext cx="4480560" cy="365760"/>
          </a:xfrm>
          <a:prstGeom prst="roundRect">
            <a:avLst>
              <a:gd name="adj" fmla="val 20000"/>
            </a:avLst>
          </a:prstGeom>
          <a:solidFill>
            <a:srgbClr val="2C2F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11480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7BE28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590288"/>
            <a:ext cx="4480560" cy="365760"/>
          </a:xfrm>
          <a:prstGeom prst="roundRect">
            <a:avLst>
              <a:gd name="adj" fmla="val 20000"/>
            </a:avLst>
          </a:prstGeom>
          <a:solidFill>
            <a:srgbClr val="2C2F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4590288"/>
            <a:ext cx="1344168" cy="365760"/>
          </a:xfrm>
          <a:prstGeom prst="roundRect">
            <a:avLst>
              <a:gd name="adj" fmla="val 20000"/>
            </a:avLst>
          </a:prstGeom>
          <a:solidFill>
            <a:srgbClr val="2D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590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5065776"/>
            <a:ext cx="4480560" cy="365760"/>
          </a:xfrm>
          <a:prstGeom prst="roundRect">
            <a:avLst>
              <a:gd name="adj" fmla="val 20000"/>
            </a:avLst>
          </a:prstGeom>
          <a:solidFill>
            <a:srgbClr val="2C2F3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5065776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F2C94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065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SKETCH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Files &amp; whiteboard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566928" cy="566928"/>
          </a:xfrm>
          <a:prstGeom prst="ellipse">
            <a:avLst/>
          </a:prstGeom>
          <a:solidFill>
            <a:srgbClr val="4B9D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File sharing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880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Share a file (up to 25 MB) and it appears in the Files tab for everyone. Anyone can save a shared file to their device.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3000" y="411480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2C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114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project-plan.pdf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41148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457200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2C2F38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572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budget.xlsx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4572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502920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2C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5029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logo.png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50292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2194560"/>
            <a:ext cx="566928" cy="566928"/>
          </a:xfrm>
          <a:prstGeom prst="ellipse">
            <a:avLst/>
          </a:prstGeom>
          <a:solidFill>
            <a:srgbClr val="7BE28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948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Board tab and draw together in real time. Pick a colour, sketch, and Clear when finished. People who join late see the drawing so far.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411480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14161A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766560" y="4572000"/>
            <a:ext cx="1097280" cy="640080"/>
          </a:xfrm>
          <a:prstGeom prst="line">
            <a:avLst/>
          </a:prstGeom>
          <a:noFill/>
          <a:ln w="38100">
            <a:solidFill>
              <a:srgbClr val="2D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4572000"/>
            <a:ext cx="914400" cy="731520"/>
          </a:xfrm>
          <a:prstGeom prst="line">
            <a:avLst/>
          </a:prstGeom>
          <a:noFill/>
          <a:ln w="38100">
            <a:solidFill>
              <a:srgbClr val="7BE2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8869680" y="4572000"/>
            <a:ext cx="1280160" cy="82296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Breakout rooms &amp; waiting room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566928" cy="5669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Breakout rooms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8803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create rooms, auto-assign people, then Open them. While open, each room gets its own chat. Close the rooms to bring everyone back together.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3000" y="429768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2C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 — Jordan, Sam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484632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2C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846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 — Alex, Priya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194560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6948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Waiting room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waiting room when you start a meeting. Guests wait on a friendly screen until you admit them — you decide who gets in.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4206240"/>
            <a:ext cx="4480560" cy="1280160"/>
          </a:xfrm>
          <a:prstGeom prst="roundRect">
            <a:avLst>
              <a:gd name="adj" fmla="val 7143"/>
            </a:avLst>
          </a:prstGeom>
          <a:solidFill>
            <a:srgbClr val="2C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Rivera is waiting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489204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2D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892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489204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2C2F38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4892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meetings are private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566928" cy="566928"/>
          </a:xfrm>
          <a:prstGeom prst="ellipse">
            <a:avLst/>
          </a:prstGeom>
          <a:solidFill>
            <a:srgbClr val="7BE28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0175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encrypted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encrypted on your device and only readable by participants. The server stores unreadable ciphertext.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2286000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45736" y="30175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Two-factor sign-in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5736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TOTP codes from your authenticator app add a second layer beyond your password.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28432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286000"/>
            <a:ext cx="566928" cy="5669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48472" y="30175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Encrypted passwords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48472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one-way hashed and encrypted at rest; nobody can read them back.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account, every device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2D8C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with camera &amp; microphone (video meetings).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04488" y="2286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7BE28B"/>
          </a:solidFill>
          <a:ln/>
        </p:spPr>
      </p:sp>
      <p:sp>
        <p:nvSpPr>
          <p:cNvPr id="10" name="Text 8"/>
          <p:cNvSpPr/>
          <p:nvPr/>
        </p:nvSpPr>
        <p:spPr>
          <a:xfrm>
            <a:off x="3904488" y="2286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04488" y="30632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Roster, chat and all meeting features (no camera yet).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65976" y="2286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4B9D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65976" y="2286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30632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roster, chat and features.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2286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2C94C"/>
          </a:solidFill>
          <a:ln/>
        </p:spPr>
      </p:sp>
      <p:sp>
        <p:nvSpPr>
          <p:cNvPr id="18" name="Text 16"/>
          <p:cNvSpPr/>
          <p:nvPr/>
        </p:nvSpPr>
        <p:spPr>
          <a:xfrm>
            <a:off x="9427464" y="2286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27464" y="30632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roster, chat and features.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microphone are available on Windows today; other platforms join with roster + chat + all the meeting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Z+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6868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2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You're ready to meet.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4526280"/>
            <a:ext cx="128016" cy="128016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→ Start or Join → use the tabs to chat, poll, share and draw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983480"/>
            <a:ext cx="128016" cy="128016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waiting room when you want to screen who joins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440680"/>
            <a:ext cx="128016" cy="128016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administrator for your server address and account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2026-07-09T18:34:43Z</dcterms:created>
  <dcterms:modified xsi:type="dcterms:W3CDTF">2026-07-09T18:34:43Z</dcterms:modified>
</cp:coreProperties>
</file>