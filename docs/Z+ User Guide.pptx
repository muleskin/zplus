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685800"/>
            <a:ext cx="1005840" cy="100584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0598" y="947318"/>
            <a:ext cx="482803" cy="482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82880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Z+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Guide — join, host and run great meetings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85800" y="34290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50392" y="3648456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3767328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meetings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141732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9-digit meeting ID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383280" y="34290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47872" y="3648456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3767328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11480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&amp; schedule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11480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or planned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080760" y="34290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245352" y="3648456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767328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81228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&amp; collaborate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681228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and private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start, you need three things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78608" cy="28346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36519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32588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85800" y="1920240"/>
            <a:ext cx="21214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Z+ Client.exe — a single file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install; just run it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it from your administrator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73552" y="1005840"/>
            <a:ext cx="2578608" cy="28346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502152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2911" y="136519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42232" y="132588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server address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3502152" y="1920240"/>
            <a:ext cx="21214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http://&lt;server-ip&gt;:5199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it in the Server field at sign-in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your administrator for it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089904" y="1005840"/>
            <a:ext cx="2578608" cy="28346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18504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263" y="1365199"/>
            <a:ext cx="241402" cy="24140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58584" y="132588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account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6318504" y="1920240"/>
            <a:ext cx="21214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one yourself at sign-in, or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administrator creates it for you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display name + password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camera or microphone? No problem — you can still join meetings to watch, listen and chat.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an account &amp; sign in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846320" cy="3429000"/>
          </a:xfrm>
          <a:prstGeom prst="roundRect">
            <a:avLst>
              <a:gd name="adj" fmla="val 2133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207008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07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34440" y="11704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Z+ Client.exe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4264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installation — just run the file.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1993392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19568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it at your server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22128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field:  http://&lt;server-ip&gt;:5199  (ask your admin).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779776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27432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time? Create an account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29992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“New here? Create an account” — email, display name, password (8+ characters).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3566160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34440" y="35295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7856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land on the Home screen, ready to meet.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77840" y="1005840"/>
            <a:ext cx="3108960" cy="3429000"/>
          </a:xfrm>
          <a:prstGeom prst="roundRect">
            <a:avLst>
              <a:gd name="adj" fmla="val 2353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806440" y="1207008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1047" y="1311615"/>
            <a:ext cx="193121" cy="193121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355080" y="12618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to know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5806440" y="1783080"/>
            <a:ext cx="2697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“registration is disabled” appears, your admin creates accounts — ask them for credentials.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are hashed and AES-encrypted on the server; nobody can read them back.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sign-in lasts 12 hours, then you sign in again.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 your password? An admin can reset it.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screen — start, join, schedule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78608" cy="301752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36519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2984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instant meeting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85800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— you're live as host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9-digit meeting ID is created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ID with participants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73552" y="1005840"/>
            <a:ext cx="2578608" cy="301752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502152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2911" y="136519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42232" y="12984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a meeting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502152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meeting ID you received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password if one is set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Join meeting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089904" y="1005840"/>
            <a:ext cx="2578608" cy="301752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18504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263" y="1365199"/>
            <a:ext cx="241402" cy="24140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58584" y="12984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meeting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318504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Topic, date, time &amp; duration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meeting password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 by email — invitees get the details and a join link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Appears under “Your meetings” — click Start when it's time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IDs look like 123-456-789. Dashes and spaces are optional when typing — 123456789 works too.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meeting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1704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controls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1600200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407" y="1704807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52728" y="152704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 / Unmute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252728" y="177393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your microphone instantly. A mute badge shows on your tile.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423160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07" y="2527767"/>
            <a:ext cx="193121" cy="1931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52728" y="235000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/ Start video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252728" y="259689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tile shows your initials while the camera is off.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85800" y="3246120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407" y="3350727"/>
            <a:ext cx="193121" cy="1931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52728" y="317296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1252728" y="341985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exit; the meeting continues for everyone else. Rejoin any time with the ID.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937760" y="100584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5166360" y="1170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video grid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5166360" y="1572768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participant gets a tile; the grid re-arranges automatically as people come and go.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 bar shows a mute badge and a Host tag.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and video connect peer-to-peer to each participant automatically.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line up top announces joins, leaves and host actions.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camera or mic? You can still join, watch and chat.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&amp; participants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30759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252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85800" y="178308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“Everyone” sends a public message to the whole meeting.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name “(privately)” to message one person — only you two see it.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Enter to send.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history (last 100 messages) replays when you join late.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End-to-end encrypted — the server only ever sees ciphertext.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937760" y="100584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16636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1307592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760720" y="1252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panel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166360" y="1783080"/>
            <a:ext cx="32918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everyone in the meeting with their mute status.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 see extra per-person buttons: Unmute?, Host, and ✕ (remove).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entry is marked “(You)”.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 a meeting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the host of meetings you create. Hosts don't need the meeting password.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35331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687" y="1457919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70432" y="1335024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 all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0080" y="175564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Silences every participant at once (except you).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73552" y="1188720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56432" y="135331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039" y="1457919"/>
            <a:ext cx="193121" cy="1931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86784" y="1335024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to unmute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456432" y="175564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 polite prompt; the participant stays in control of their mic.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89904" y="1188720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72784" y="1353312"/>
            <a:ext cx="402336" cy="402336"/>
          </a:xfrm>
          <a:prstGeom prst="ellipse">
            <a:avLst/>
          </a:prstGeom>
          <a:solidFill>
            <a:srgbClr val="E05A6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391" y="1457919"/>
            <a:ext cx="193121" cy="19312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803136" y="1335024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participant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272784" y="175564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Ejects someone from the meeting immediately.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2889504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" y="3054096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687" y="3158703"/>
            <a:ext cx="193121" cy="19312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70432" y="3035808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host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640080" y="3456432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the host role (and its controls) to another participant.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73552" y="2889504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456432" y="3054096"/>
            <a:ext cx="402336" cy="402336"/>
          </a:xfrm>
          <a:prstGeom prst="ellipse">
            <a:avLst/>
          </a:prstGeom>
          <a:solidFill>
            <a:srgbClr val="E05A6B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1039" y="3158703"/>
            <a:ext cx="193121" cy="19312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986784" y="3035808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meeting for all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3456432" y="3456432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meeting for everyone; it can't be rejoined.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089904" y="2889504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272784" y="3054096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7391" y="3158703"/>
            <a:ext cx="193121" cy="19312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803136" y="3035808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host hand-off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6272784" y="3456432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host disconnects, the longest-connected participant is promoted.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Z+ from Linux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30759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2527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console client — zplus-client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178308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binary, nothing to install: chmod +x zplus-client, then run it.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your usual account (or --register to create one).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instant meetings, join by meeting ID, chat with everyone.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Commands: /who participants · /msg &lt;name&gt; &lt;text&gt; private · /leave · /end (host)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937760" y="100584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121317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212080" y="1234440"/>
            <a:ext cx="3200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7BE2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./zplus-client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C9CE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Email: linus@corp.local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C9CE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Signed in as Linus User.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7BE2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2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C9CE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Meeting ID: 123-456-789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=== Weekly Sync ===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9AA0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 Amy Chen joined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C9CE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Amy Chen: welcome!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7BE2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hello from linux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camera or microphone on Linux yet — you follow the meeting through chat and the live participant list.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 &amp; quick answers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30759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252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facts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85800" y="178308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IDs are 9 digits (123-456-789); dashes are optional.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sign-in lasts 12 hours.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host, you skip the meeting password.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meetings live under “Your meetings” until you start them.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a meeting doesn't end it — you can rejoin with the same ID.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Audio, video and chat are end-to-end encrypted.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937760" y="100584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16636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1307592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760720" y="12527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something's not working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166360" y="1783080"/>
            <a:ext cx="32918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reach the server → check the address includes http:// and :5199; then ask your admin.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sign in → your account may be disabled or the password reset; contact your admin.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camera or mic → check Windows privacy settings; you can join without them.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“Meeting is full” → the participant limit was reached; your admin can raise it.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Z+ — User Guide</dc:title>
  <dc:subject>PptxGenJS Presentation</dc:subject>
  <dc:creator>Z+</dc:creator>
  <cp:lastModifiedBy>Z+</cp:lastModifiedBy>
  <cp:revision>1</cp:revision>
  <dcterms:created xsi:type="dcterms:W3CDTF">2026-07-07T12:08:43Z</dcterms:created>
  <dcterms:modified xsi:type="dcterms:W3CDTF">2026-07-07T12:08:43Z</dcterms:modified>
</cp:coreProperties>
</file>