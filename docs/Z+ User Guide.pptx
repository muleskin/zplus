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598" y="9473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Z+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Guide — join, host and run great meetings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8580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7673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meetings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41732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9-digit meeting ID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8328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4787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37673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11480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&amp; schedule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11480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or planned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080760" y="34290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45352" y="3648456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7673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1228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collaborate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812280" y="3840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and private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start, you need three things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85800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Z+ Client.exe — a single file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install; just run 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from your administrator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server address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502152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http://&lt;server-ip&gt;:5199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it in the Server field at sign-in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administrator for it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283464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32588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18504" y="1920240"/>
            <a:ext cx="21214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one yourself at sign-in, or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administrator creates it for you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display name + password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microphone? No problem — you can still join meetings to watch, listen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&amp; sign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846320" cy="3429000"/>
          </a:xfrm>
          <a:prstGeom prst="roundRect">
            <a:avLst>
              <a:gd name="adj" fmla="val 2133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07008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170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Z+ Client.exe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4264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— just run the file.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1993392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server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2212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field:  http://&lt;server-ip&gt;:5199  (ask your admin).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743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time? Create an account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2999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“New here? Create an account” — email, display name, password (8+ characters).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566160"/>
            <a:ext cx="384048" cy="384048"/>
          </a:xfrm>
          <a:prstGeom prst="ellipse">
            <a:avLst/>
          </a:prstGeom>
          <a:solidFill>
            <a:srgbClr val="2D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529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785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Home screen, ready to meet.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108960" cy="3429000"/>
          </a:xfrm>
          <a:prstGeom prst="roundRect">
            <a:avLst>
              <a:gd name="adj" fmla="val 2353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1207008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047" y="1311615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355080" y="1261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806440" y="1783080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“registration is disabled” appears, your admin creates accounts — ask them for credentials.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are hashed and AES-encrypted on the server; nobody can read them back.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sign-in lasts 12 hours, then you sign in again.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your password? An admin can reset 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screen — start, join, schedule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you're live as host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9-digit meeting ID is created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ID with participants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02152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911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42232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meeting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02152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meeting ID you received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password if one is set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Join meeting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78608" cy="3017520"/>
          </a:xfrm>
          <a:prstGeom prst="roundRect">
            <a:avLst>
              <a:gd name="adj" fmla="val 2837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18504" y="1234440"/>
            <a:ext cx="502920" cy="50292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63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58584" y="12984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meeting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18504" y="1965960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date, time &amp; duration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meeting password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under “Your meetings” — click Start when it's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look like 123-456-789. Dashes and spaces are optional when typing — 123456789 works too.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meeting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controls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407" y="170480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2728" y="15270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/ Unmute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52728" y="177393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your microphone instantly. A mute badge shows on your tile.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42316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527767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35000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/ Start video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52728" y="25968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tile shows your initials while the camera is off.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" y="3246120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350727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2728" y="317296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52728" y="341985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exit; the meeting continues for everyone else. Rejoin any time with the ID.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166360" y="1170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grid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166360" y="1572768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 tile; the grid re-arranges automatically as people come and go.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bar shows a mute badge and a Host tag.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connect peer-to-peer to each participant automatically.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line up top announces joins, leaves and host actions.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mic? You can still join, watch and chat.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participants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“Everyone” sends a public message to the whole meeting.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 “(privately)” to message one person — only you two see it.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Enter to send.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history (last 100 messages) replays when you join late.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panel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everyone in the meeting with their mute status.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see extra per-person buttons: Unmute?, Host, and ✕ (remove).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entry is marked “(You)”.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 meeting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host of meetings you create. Hosts don't need the meeting password.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4579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all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Silences every participant at once (except you).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56432" y="1353312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39" y="1457919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86784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to unmute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56432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polite prompt; the participant stays in control of their mic.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9904" y="1188720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353312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391" y="145791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03136" y="133502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participant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72784" y="175564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Ejects someone from the meeting immediately.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687" y="3158703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host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the host role (and its controls) to another participant.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73552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56432" y="3054096"/>
            <a:ext cx="402336" cy="402336"/>
          </a:xfrm>
          <a:prstGeom prst="ellipse">
            <a:avLst/>
          </a:prstGeom>
          <a:solidFill>
            <a:srgbClr val="E05A6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039" y="3158703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86784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meeting for all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56432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meeting for everyone; it can't be rejoined.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9904" y="2889504"/>
            <a:ext cx="2578608" cy="1481328"/>
          </a:xfrm>
          <a:prstGeom prst="roundRect">
            <a:avLst>
              <a:gd name="adj" fmla="val 4938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72784" y="3054096"/>
            <a:ext cx="402336" cy="402336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391" y="3158703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03136" y="3035808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host hand-off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72784" y="3456432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host disconnects, the longest-connected participant is promoted.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Z+ from Linux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console client — zplus-client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binary, nothing to install: chmod +x zplus-client, then run it.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your usual account (or --register to create one).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instant meetings, join by meeting ID, chat with everyone.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Commands: /who participants · /msg &lt;name&gt; &lt;text&gt; private · /leave · /end (host)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121317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212080" y="123444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BE2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./zplus-client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Email: linus@corp.local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Signed in as Linus User.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BE2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2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 ID: 123-456-789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 Weekly Sync ===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9AA0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Amy Chen joined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CE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Amy Chen: welcome!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BE2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hello from linux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4617720"/>
            <a:ext cx="329184" cy="329184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4703308"/>
            <a:ext cx="158008" cy="1580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45994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microphone on Linux yet — you follow the meeting through chat and the live participant 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&amp; quick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206240" cy="3566160"/>
          </a:xfrm>
          <a:prstGeom prst="roundRect">
            <a:avLst>
              <a:gd name="adj" fmla="val 2051"/>
            </a:avLst>
          </a:prstGeom>
          <a:solidFill>
            <a:srgbClr val="2426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facts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17830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IDs are 9 digits (123-456-789); dashes are optional.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sign-in lasts 12 hours.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host, you skip the meeting password.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meetings live under “Your meetings” until you start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a meeting doesn't end it — you can rejoin with the same ID.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937760" y="1005840"/>
            <a:ext cx="3749040" cy="3566160"/>
          </a:xfrm>
          <a:prstGeom prst="roundRect">
            <a:avLst>
              <a:gd name="adj" fmla="val 2051"/>
            </a:avLst>
          </a:prstGeom>
          <a:solidFill>
            <a:srgbClr val="2C2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166360" y="1188720"/>
            <a:ext cx="457200" cy="457200"/>
          </a:xfrm>
          <a:prstGeom prst="ellipse">
            <a:avLst/>
          </a:prstGeom>
          <a:solidFill>
            <a:srgbClr val="2D8C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30759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2527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something's not working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166360" y="1783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reach the server → check the address includes http:// and :5199; then ask your admin.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sign in → your account may be disabled or the password reset; contact your admin.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or mic → check Windows privacy settings; you can join without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“Meeting is full” → the participant limit was reached; your admin can raise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Z+ — User Guide</dc:title>
  <dc:subject>PptxGenJS Presentation</dc:subject>
  <dc:creator>Z+</dc:creator>
  <cp:lastModifiedBy>Z+</cp:lastModifiedBy>
  <cp:revision>1</cp:revision>
  <dcterms:created xsi:type="dcterms:W3CDTF">2026-07-06T18:24:15Z</dcterms:created>
  <dcterms:modified xsi:type="dcterms:W3CDTF">2026-07-06T18:24:15Z</dcterms:modified>
</cp:coreProperties>
</file>