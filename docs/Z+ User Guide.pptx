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685800"/>
            <a:ext cx="1005840" cy="10058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598" y="9473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Guide — join, host and run great meetings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7673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meetings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41732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9-digit meeting ID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8328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4787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37673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11480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&amp; schedule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11480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or planned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08076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24535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7673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1228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collaborate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81228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and private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start, you need three things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85800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Client.exe — a single file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install; just run it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from your administrator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server address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502152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http://&lt;server-ip&gt;:5199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it in the Server field at sign-in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administrator for it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318504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one yourself at sign-in, or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administrator creates it for you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display name + password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microphone? No problem — you can still join meetings to watch, listen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&amp; sign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429000"/>
          </a:xfrm>
          <a:prstGeom prst="roundRect">
            <a:avLst>
              <a:gd name="adj" fmla="val 2133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07008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70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Z+ Client.exe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26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— just run the file.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199339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9568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server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212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field:  http://&lt;server-ip&gt;:5199  (ask your admin).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743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Create an account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2999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“New here? Create an account” — email, display name, password (8+ characters).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56616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529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785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Home screen, ready to meet.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05840"/>
            <a:ext cx="3108960" cy="342900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12070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311615"/>
            <a:ext cx="193121" cy="19312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355080" y="1261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806440" y="1783080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“registration is disabled” appears, your admin creates accounts — ask them for credentials.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are hashed and AES-encrypted on the server; nobody can read them back.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sign-in lasts 12 hours, then you sign in again.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 your password? An admin can reset it.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screen — start, join, schedule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— you're live as host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9-digit meeting ID is created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ID with participants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meeting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meeting ID you received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password if one is set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Join meeting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meeting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date, time &amp; duration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meeting password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by email — invitees get the details and a join link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under “Your meetings” — click Start when it's time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look like 123-456-789. Dashes and spaces are optional when typing — 123456789 works too.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meeting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407" y="170480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52728" y="152704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/ Unmute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52728" y="177393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your microphone instantly. A mute badge shows on your tile.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42316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527767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35000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Start video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252728" y="25968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tile shows your initials while the camera is off.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85800" y="324612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350727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52728" y="31729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52728" y="341985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exit; the meeting continues for everyone else. Rejoin any time with the ID.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166360" y="1170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grid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66360" y="1572768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gets a tile; the grid re-arranges automatically as people come and go.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bar shows a mute badge and a Host tag.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and video connect peer-to-peer to each participant automatically.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line up top announces joins, leaves and host actions.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mic? You can still join, watch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participants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“Everyone” sends a public message to the whole meeting.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 “(privately)” to message one person — only you two see it.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Enter to send.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history (last 100 messages) replays when you join late.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End-to-end encrypted — the server only ever sees ciphertext.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panel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everyone in the meeting with their mute status.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see extra per-person buttons: Unmute?, Host, and ✕ (remove).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entry is marked “(You)”.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 meeting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host of meetings you create. Hosts don't need the meeting password.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4579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all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Silences every participant at once (except you).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45791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86784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unmute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56432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 polite prompt; the participant stays in control of their mic.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5331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45791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03136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participant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72784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Ejects someone from the meeting immediately.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15870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host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the host role (and its controls) to another participant.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73552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054096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15870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86784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meeting for all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56432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meeting for everyone; it can't be rejoined.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89904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15870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03136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host hand-off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72784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host disconnects, the longest-connected participant is promoted.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Z+ from Linux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app — zplus-client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nothing to install: chmod +x zplus-client, then run it.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look and sign-in as the Windows app — same account, same server.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Start, join and schedule meetings (with email invitations).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participant list with host controls, plus end-to-end encrypted chat.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37760" y="1078992"/>
            <a:ext cx="3749040" cy="329184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Text 7"/>
          <p:cNvSpPr/>
          <p:nvPr/>
        </p:nvSpPr>
        <p:spPr>
          <a:xfrm>
            <a:off x="5120640" y="10789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Sync — Meeting ID: 123-456-789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485632" y="1188720"/>
            <a:ext cx="109728" cy="109728"/>
          </a:xfrm>
          <a:prstGeom prst="ellipse">
            <a:avLst/>
          </a:prstGeom>
          <a:solidFill>
            <a:srgbClr val="9AA0AA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14630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E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End-to-end encrypted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120640" y="1755648"/>
            <a:ext cx="1417320" cy="2286000"/>
          </a:xfrm>
          <a:prstGeom prst="roundRect">
            <a:avLst>
              <a:gd name="adj" fmla="val 3226"/>
            </a:avLst>
          </a:prstGeom>
          <a:solidFill>
            <a:srgbClr val="2C2F38"/>
          </a:solidFill>
          <a:ln/>
        </p:spPr>
      </p:sp>
      <p:sp>
        <p:nvSpPr>
          <p:cNvPr id="14" name="Text 11"/>
          <p:cNvSpPr/>
          <p:nvPr/>
        </p:nvSpPr>
        <p:spPr>
          <a:xfrm>
            <a:off x="5230368" y="1847088"/>
            <a:ext cx="1234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Amy Chen (host)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User (You)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675120" y="1755648"/>
            <a:ext cx="1828800" cy="2286000"/>
          </a:xfrm>
          <a:prstGeom prst="roundRect">
            <a:avLst>
              <a:gd name="adj" fmla="val 2500"/>
            </a:avLst>
          </a:prstGeom>
          <a:solidFill>
            <a:srgbClr val="2C2F38"/>
          </a:solidFill>
          <a:ln/>
        </p:spPr>
      </p:sp>
      <p:sp>
        <p:nvSpPr>
          <p:cNvPr id="16" name="Text 13"/>
          <p:cNvSpPr/>
          <p:nvPr/>
        </p:nvSpPr>
        <p:spPr>
          <a:xfrm>
            <a:off x="6784848" y="1847088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Amy: welcome!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hello from linux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120640" y="4133088"/>
            <a:ext cx="2743200" cy="292608"/>
          </a:xfrm>
          <a:prstGeom prst="roundRect">
            <a:avLst>
              <a:gd name="adj" fmla="val 15625"/>
            </a:avLst>
          </a:prstGeom>
          <a:solidFill>
            <a:srgbClr val="15161A"/>
          </a:solidFill>
          <a:ln/>
        </p:spPr>
      </p:sp>
      <p:sp>
        <p:nvSpPr>
          <p:cNvPr id="18" name="Shape 15"/>
          <p:cNvSpPr/>
          <p:nvPr/>
        </p:nvSpPr>
        <p:spPr>
          <a:xfrm>
            <a:off x="7936992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2D8CFF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4133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microphone on Linux yet — you follow the meeting through chat and the live participant 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 &amp; quick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facts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are 9 digits (123-456-789); dashes are optional.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sign-in lasts 12 hours.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host, you skip the meeting password.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meetings live under “Your meetings” until you start them.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a meeting doesn't end it — you can rejoin with the same ID.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Audio, video and chat are end-to-end encrypted.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something's not working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reach the server → check the address includes http:// and :5199; then ask your admin.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sign in → your account may be disabled or the password reset; contact your admin.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 → check Windows privacy settings; you can join without them.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“Meeting is full” → the participant limit was reached; your admin can raise 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Z+ — User Guide</dc:title>
  <dc:subject>PptxGenJS Presentation</dc:subject>
  <dc:creator>Z+</dc:creator>
  <cp:lastModifiedBy>Z+</cp:lastModifiedBy>
  <cp:revision>1</cp:revision>
  <dcterms:created xsi:type="dcterms:W3CDTF">2026-07-07T13:07:02Z</dcterms:created>
  <dcterms:modified xsi:type="dcterms:W3CDTF">2026-07-07T13:07:02Z</dcterms:modified>
</cp:coreProperties>
</file>