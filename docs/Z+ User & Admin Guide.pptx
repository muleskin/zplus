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685800"/>
            <a:ext cx="1005840" cy="100584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0598" y="947318"/>
            <a:ext cx="482803" cy="482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82880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Z+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Meetings for Windows — User &amp; Admin Guide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85800" y="34290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50392" y="3648456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3767328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Z+ Client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1417320" y="3840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&amp; host meetings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383280" y="34290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47872" y="3648456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3767328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11480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Z+ Server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114800" y="3840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organization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080760" y="34290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245352" y="3648456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767328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81228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Z+ Admin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6812280" y="3840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console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platform, three applications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78608" cy="30632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36519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26187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Z+ Client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1325880" y="151790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participant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85800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and join video meetings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Audio, video, chat &amp; roster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meetings ahead of time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each user's PC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73552" y="1005840"/>
            <a:ext cx="2578608" cy="30632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02152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2911" y="1365199"/>
            <a:ext cx="241402" cy="24140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142232" y="126187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Z+ Server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142232" y="151790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organization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502152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meetings &amp; signaling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everything in SQLite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Binds to 0.0.0.0:5199 for LAN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on an always-on machine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89904" y="1005840"/>
            <a:ext cx="2578608" cy="30632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318504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263" y="136519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958584" y="126187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Z+ Admin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958584" y="151790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administrators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318504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users &amp; assign roles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/ disable accounts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Server-wide policy settings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&amp; force-end meetings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57200" y="46177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788" y="4703308"/>
            <a:ext cx="158008" cy="1580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14400" y="45994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 is a single self-contained .exe — all DLLs and the .NET runtime embedded. Copy the file, run it. Nothing to install.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and running in four steps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892808" cy="2651760"/>
          </a:xfrm>
          <a:prstGeom prst="roundRect">
            <a:avLst>
              <a:gd name="adj" fmla="val 3865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132588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01168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Z+ Server.exe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8368" y="2514600"/>
            <a:ext cx="14904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 creates zplus.db and zplus.key next to the exe and seeds the admin account.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322576" y="21488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569464" y="1097280"/>
            <a:ext cx="1892808" cy="2651760"/>
          </a:xfrm>
          <a:prstGeom prst="roundRect">
            <a:avLst>
              <a:gd name="adj" fmla="val 3865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70632" y="132588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11" name="Text 9"/>
          <p:cNvSpPr/>
          <p:nvPr/>
        </p:nvSpPr>
        <p:spPr>
          <a:xfrm>
            <a:off x="2770632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770632" y="201168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the firewall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70632" y="2514600"/>
            <a:ext cx="14904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the Windows Firewall prompt (inbound TCP 5199) so LAN clients can connect.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34840" y="21488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681728" y="1097280"/>
            <a:ext cx="1892808" cy="2651760"/>
          </a:xfrm>
          <a:prstGeom prst="roundRect">
            <a:avLst>
              <a:gd name="adj" fmla="val 3865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82896" y="132588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17" name="Text 15"/>
          <p:cNvSpPr/>
          <p:nvPr/>
        </p:nvSpPr>
        <p:spPr>
          <a:xfrm>
            <a:off x="4882896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882896" y="201168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Z+ Admin.exe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82896" y="2514600"/>
            <a:ext cx="14904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as the seeded admin and change its password immediately.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547104" y="21488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8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793992" y="1097280"/>
            <a:ext cx="1892808" cy="2651760"/>
          </a:xfrm>
          <a:prstGeom prst="roundRect">
            <a:avLst>
              <a:gd name="adj" fmla="val 3865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995160" y="132588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23" name="Text 21"/>
          <p:cNvSpPr/>
          <p:nvPr/>
        </p:nvSpPr>
        <p:spPr>
          <a:xfrm>
            <a:off x="699516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995160" y="201168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out the client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95160" y="2514600"/>
            <a:ext cx="14904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Z+ Client.exe to users; they connect to http://&lt;server-ip&gt;:5199.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41605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788" y="4246108"/>
            <a:ext cx="158008" cy="15800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914400" y="41422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environment overrides: ZPLUS_DB, ZPLUS_KEY (file locations) · ZPLUS_ADMIN_EMAIL, ZPLUS_ADMIN_PASSWORD (first-run seed).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46177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88" y="4703308"/>
            <a:ext cx="158008" cy="1580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914400" y="45994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address, port and policies can be changed later from the admin console — settings live in the database.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62B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6400800" y="1463040"/>
            <a:ext cx="2194560" cy="21945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BFD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78308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Guide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64008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  ·   Home screen   ·   In the meeting   ·   Chat   ·   Host controls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an account &amp; sign in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846320" cy="3429000"/>
          </a:xfrm>
          <a:prstGeom prst="roundRect">
            <a:avLst>
              <a:gd name="adj" fmla="val 2133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207008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07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34440" y="11704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Z+ Client.exe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4264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installation — just run the file.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1993392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19568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it at your server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22128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field:  http://&lt;server-ip&gt;:5199  (ask your admin).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779776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27432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time? Create an account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29992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“New here? Create an account” — email, display name, password (8+ characters).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3566160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34440" y="35295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7856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land on the Home screen, ready to meet.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77840" y="1005840"/>
            <a:ext cx="3108960" cy="3429000"/>
          </a:xfrm>
          <a:prstGeom prst="roundRect">
            <a:avLst>
              <a:gd name="adj" fmla="val 2353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806440" y="1207008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1047" y="1311615"/>
            <a:ext cx="193121" cy="193121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355080" y="12618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to know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5806440" y="1783080"/>
            <a:ext cx="2697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“registration is disabled” appears, your admin creates accounts — ask them for credentials.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are hashed and AES-encrypted on the server; nobody can read them back.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sign-in lasts 12 hours, then you sign in again.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 your password? An admin can reset it.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screen — start, join, schedule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78608" cy="301752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36519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29844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instant meeting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85800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— you're live as host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9-digit meeting ID is created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ID with participants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73552" y="1005840"/>
            <a:ext cx="2578608" cy="301752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502152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2911" y="136519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42232" y="129844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a meeting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502152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meeting ID you received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password if one is set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Join meeting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089904" y="1005840"/>
            <a:ext cx="2578608" cy="301752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18504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263" y="1365199"/>
            <a:ext cx="241402" cy="24140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58584" y="129844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meeting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318504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Topic, date, time &amp; duration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meeting password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 by email — invitees get the details and a join link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Appears under “Your meetings” — click Start when it's time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46177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788" y="4703308"/>
            <a:ext cx="158008" cy="15800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14400" y="45994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IDs look like 123-456-789. Dashes and spaces are optional when typing — 123456789 works too.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meeting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20624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1704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controls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1600200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407" y="1704807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52728" y="152704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 / Unmute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252728" y="1773936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your microphone instantly. A mute badge shows on your tile.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423160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07" y="2527767"/>
            <a:ext cx="193121" cy="1931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52728" y="235000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/ Start video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252728" y="2596896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tile shows your initials while the camera is off.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85800" y="3246120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407" y="3350727"/>
            <a:ext cx="193121" cy="1931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52728" y="317296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1252728" y="3419856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exit; the meeting continues for everyone else. Rejoin any time with the ID.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937760" y="100584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5166360" y="1170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video grid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5166360" y="1572768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participant gets a tile; the grid re-arranges automatically as people come and go.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 bar shows a mute badge and a Host tag.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and video connect peer-to-peer to each participant automatically.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line up top announces joins, leaves and host actions.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camera or mic? You can still join, watch and chat.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&amp; participants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20624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30759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252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85800" y="178308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“Everyone” sends a public message to the whole meeting.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name “(privately)” to message one person — only you two see it.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Enter to send.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history (last 100 messages) replays when you join late.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End-to-end encrypted — the server only ever sees ciphertext.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937760" y="100584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16636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1307592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760720" y="1252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 panel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166360" y="1783080"/>
            <a:ext cx="32918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everyone in the meeting with their mute status.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 see extra per-person buttons: Unmute?, Host, and ✕ (remove).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entry is marked “(You)”.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controls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the host of meetings you create. Hosts don't need the meeting password.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35331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687" y="1457919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70432" y="1335024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 all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0080" y="175564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Silences every participant at once (except you).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73552" y="1188720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56432" y="135331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039" y="1457919"/>
            <a:ext cx="193121" cy="1931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86784" y="1335024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to unmute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456432" y="175564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a polite prompt; the participant stays in control of their mic.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89904" y="1188720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72784" y="1353312"/>
            <a:ext cx="402336" cy="402336"/>
          </a:xfrm>
          <a:prstGeom prst="ellipse">
            <a:avLst/>
          </a:prstGeom>
          <a:solidFill>
            <a:srgbClr val="E05A6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391" y="1457919"/>
            <a:ext cx="193121" cy="19312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803136" y="1335024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participant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272784" y="175564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Ejects someone from the meeting immediately.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2889504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" y="3054096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687" y="3158703"/>
            <a:ext cx="193121" cy="19312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70432" y="3035808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host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640080" y="3456432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the host role (and its controls) to another participant.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73552" y="2889504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456432" y="3054096"/>
            <a:ext cx="402336" cy="402336"/>
          </a:xfrm>
          <a:prstGeom prst="ellipse">
            <a:avLst/>
          </a:prstGeom>
          <a:solidFill>
            <a:srgbClr val="E05A6B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1039" y="3158703"/>
            <a:ext cx="193121" cy="19312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986784" y="3035808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meeting for all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3456432" y="3456432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meeting for everyone; it can't be rejoined.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089904" y="2889504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272784" y="3054096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7391" y="3158703"/>
            <a:ext cx="193121" cy="193121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803136" y="3035808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host hand-off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6272784" y="3456432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host disconnects, the longest-connected participant is promoted.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62B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6309360" y="1463040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BFD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78308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Guide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640080" y="27432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   ·   Users &amp; roles   ·   Server settings   ·   Monitoring   ·   Security   ·   Linux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run &amp; signing in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84632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234440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34440" y="119786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Z+ Server.exe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453896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 seeds a super admin:  admin@zplus.local  /  ChangeMe123!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286000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224942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Z+ Admin.exe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2505456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server URL and the admin credentials. Only Admin and SuperAdmin accounts may sign in.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337560"/>
            <a:ext cx="384048" cy="384048"/>
          </a:xfrm>
          <a:prstGeom prst="ellipse">
            <a:avLst/>
          </a:prstGeom>
          <a:solidFill>
            <a:srgbClr val="E05A6B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33009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seeded password now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3557016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tab → Administrator → Reset password. Don't skip this.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577840" y="1005840"/>
            <a:ext cx="3108960" cy="3566160"/>
          </a:xfrm>
          <a:prstGeom prst="roundRect">
            <a:avLst>
              <a:gd name="adj" fmla="val 2353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06440" y="117043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next to the server exe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806440" y="162763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1047" y="1732239"/>
            <a:ext cx="193121" cy="193121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373368" y="1554480"/>
            <a:ext cx="213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zplus.db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373368" y="1801368"/>
            <a:ext cx="2130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database — every user, meeting, chat log and setting.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806440" y="254203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047" y="2646639"/>
            <a:ext cx="193121" cy="193121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373368" y="2468880"/>
            <a:ext cx="213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zplus.key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6373368" y="2715768"/>
            <a:ext cx="2130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64-byte master key that decrypts secrets in the database.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5806440" y="3456432"/>
            <a:ext cx="402336" cy="402336"/>
          </a:xfrm>
          <a:prstGeom prst="ellipse">
            <a:avLst/>
          </a:prstGeom>
          <a:solidFill>
            <a:srgbClr val="E05A6B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047" y="3561039"/>
            <a:ext cx="193121" cy="193121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355080" y="3401568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0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up zplus.key. Without it, stored secrets cannot be decrypted.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Managing users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892808" cy="1143000"/>
          </a:xfrm>
          <a:prstGeom prst="roundRect">
            <a:avLst>
              <a:gd name="adj" fmla="val 64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21792" y="1170432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644" y="1270284"/>
            <a:ext cx="184343" cy="1843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15568" y="1152144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user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21792" y="1627632"/>
            <a:ext cx="156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name, password &amp; role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569464" y="1005840"/>
            <a:ext cx="1892808" cy="1143000"/>
          </a:xfrm>
          <a:prstGeom prst="roundRect">
            <a:avLst>
              <a:gd name="adj" fmla="val 64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2734056" y="1170432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3908" y="1270284"/>
            <a:ext cx="184343" cy="18434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227832" y="1152144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role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2734056" y="1627632"/>
            <a:ext cx="156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role, click Save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681728" y="1005840"/>
            <a:ext cx="1892808" cy="1143000"/>
          </a:xfrm>
          <a:prstGeom prst="roundRect">
            <a:avLst>
              <a:gd name="adj" fmla="val 64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846320" y="1170432"/>
            <a:ext cx="384048" cy="384048"/>
          </a:xfrm>
          <a:prstGeom prst="ellipse">
            <a:avLst/>
          </a:prstGeom>
          <a:solidFill>
            <a:srgbClr val="E05A6B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172" y="1270284"/>
            <a:ext cx="184343" cy="18434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340096" y="1152144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 / Enable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4846320" y="1627632"/>
            <a:ext cx="156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sign-in and meetings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793992" y="1005840"/>
            <a:ext cx="1892808" cy="1143000"/>
          </a:xfrm>
          <a:prstGeom prst="roundRect">
            <a:avLst>
              <a:gd name="adj" fmla="val 64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958584" y="1170432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8436" y="1270284"/>
            <a:ext cx="184343" cy="18434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52360" y="1152144"/>
            <a:ext cx="111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6958584" y="1627632"/>
            <a:ext cx="156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 new password for a user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95728"/>
          <a:ext cx="51206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2B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can 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2B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 in, host and join meetings, chat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above + admin console: manage users &amp; settings, monitor meetings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above + create, modify and reset other admins and super admins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</a:tbl>
          </a:graphicData>
        </a:graphic>
      </p:graphicFrame>
      <p:sp>
        <p:nvSpPr>
          <p:cNvPr id="24" name="Shape 17"/>
          <p:cNvSpPr/>
          <p:nvPr/>
        </p:nvSpPr>
        <p:spPr>
          <a:xfrm>
            <a:off x="5806440" y="2395728"/>
            <a:ext cx="2880360" cy="2148840"/>
          </a:xfrm>
          <a:prstGeom prst="roundRect">
            <a:avLst>
              <a:gd name="adj" fmla="val 3404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035040" y="2578608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9647" y="2683215"/>
            <a:ext cx="193121" cy="193121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583680" y="2633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guardrails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035040" y="306324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disable or demote your own account.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SuperAdmins may touch SuperAdmin accounts.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Disabled users are blocked at sign-in and at meeting join.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settings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settings tab — stored in the database, enforced as soon as you click Save.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57860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39903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687" y="1503639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52144" y="1380744"/>
            <a:ext cx="170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self-registration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1892808"/>
            <a:ext cx="22128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On: anyone who can reach the server may create an account.  Off: only admins create accounts.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73552" y="1234440"/>
            <a:ext cx="257860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56432" y="139903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039" y="1503639"/>
            <a:ext cx="193121" cy="1931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68496" y="1380744"/>
            <a:ext cx="170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meeting passwords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456432" y="1892808"/>
            <a:ext cx="22128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 a password on every newly created meeting, org-wide.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089904" y="1234440"/>
            <a:ext cx="257860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72784" y="139903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391" y="1503639"/>
            <a:ext cx="193121" cy="19312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84848" y="1380744"/>
            <a:ext cx="170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participants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272784" y="1892808"/>
            <a:ext cx="22128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2–1000 per meeting. Joins beyond the cap are rejected as “meeting is full”.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57200" y="3026664"/>
            <a:ext cx="257860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" y="3191256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687" y="3295863"/>
            <a:ext cx="193121" cy="19312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52144" y="3172968"/>
            <a:ext cx="170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listen URL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640080" y="3685032"/>
            <a:ext cx="22128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address and port (default http://0.0.0.0:5199). Applied on restart.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3273552" y="3026664"/>
            <a:ext cx="257860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456432" y="3191256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1039" y="3295863"/>
            <a:ext cx="193121" cy="19312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968496" y="3172968"/>
            <a:ext cx="170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invitations (SMTP)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3456432" y="3685032"/>
            <a:ext cx="22128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Host, port, from, credentials. Empty host = email off. Password stored encrypted, write-only.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089904" y="3026664"/>
            <a:ext cx="257860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272784" y="3191256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7391" y="3295863"/>
            <a:ext cx="193121" cy="193121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784848" y="3172968"/>
            <a:ext cx="170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URL</a:t>
            </a:r>
            <a:endParaRPr lang="en-US" sz="1200" dirty="0"/>
          </a:p>
        </p:txBody>
      </p:sp>
      <p:sp>
        <p:nvSpPr>
          <p:cNvPr id="33" name="Text 25"/>
          <p:cNvSpPr/>
          <p:nvPr/>
        </p:nvSpPr>
        <p:spPr>
          <a:xfrm>
            <a:off x="6272784" y="3685032"/>
            <a:ext cx="22128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reachable address used in invitation links, e.g. http://192.168.1.10:5199.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active meetings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20624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30759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252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see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85800" y="1783080"/>
            <a:ext cx="3749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meeting currently running on the server.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Topic, meeting ID and who's hosting.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participant count.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Refresh for the latest picture.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937760" y="100584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166360" y="1188720"/>
            <a:ext cx="457200" cy="457200"/>
          </a:xfrm>
          <a:prstGeom prst="ellipse">
            <a:avLst/>
          </a:prstGeom>
          <a:solidFill>
            <a:srgbClr val="E05A6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1307592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760720" y="12527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Force-ending a meeting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166360" y="178308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“End meeting” closes it for every participant instantly.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 see “The host ended the meeting.”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meeting is closed permanently and can't be rejoined.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for abandoned, stuck, or policy-violating meetings.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Z+ protects your data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24128"/>
            <a:ext cx="399592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1188720"/>
            <a:ext cx="438912" cy="438912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485" y="1302837"/>
            <a:ext cx="210678" cy="2106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225296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Passwords: hashed, then encrypted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234440" y="1536192"/>
            <a:ext cx="303580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password is PBKDF2-hashed (never recoverable), then wrapped in an AES-256 + HMAC-SHA256 envelope. Tampered values are rejected.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690872" y="1024128"/>
            <a:ext cx="399592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892040" y="1188720"/>
            <a:ext cx="438912" cy="438912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157" y="1302837"/>
            <a:ext cx="210678" cy="21067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68112" y="1225296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separation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468112" y="1536192"/>
            <a:ext cx="303580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master key lives in zplus.key, outside the database. A stolen zplus.db alone exposes nothing usable. Back the key file up securely.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57200" y="2779776"/>
            <a:ext cx="399592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58368" y="2944368"/>
            <a:ext cx="438912" cy="438912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485" y="3058485"/>
            <a:ext cx="210678" cy="21067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34440" y="2980944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SQLite database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1234440" y="3291840"/>
            <a:ext cx="303580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Users, meetings, chat, attendance and all server configuration — including the auto-generated, encrypted JWT signing key.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690872" y="2779776"/>
            <a:ext cx="3995928" cy="1572768"/>
          </a:xfrm>
          <a:prstGeom prst="roundRect">
            <a:avLst>
              <a:gd name="adj" fmla="val 46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892040" y="2944368"/>
            <a:ext cx="438912" cy="438912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157" y="3058485"/>
            <a:ext cx="210678" cy="21067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468112" y="2980944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&amp; roles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468112" y="3291840"/>
            <a:ext cx="303580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Sign-ins issue 12-hour JWTs carrying the user's role. Admin APIs require the Admin role; disabled accounts are re-checked at meeting join.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457200" y="4645152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788" y="4730740"/>
            <a:ext cx="158008" cy="15800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14400" y="46268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credentials look like  ZP1$3p9vuiaER…  in the database — encrypted envelopes, not readable hashes.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encryption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content is encrypted between participants — the server cannot read it.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78608" cy="292608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89888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5087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463040"/>
            <a:ext cx="161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&amp; video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2011680"/>
            <a:ext cx="212140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Peer-to-peer between participants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DTLS-SRTP (standard WebRTC encryption)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never touches the server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73552" y="1188720"/>
            <a:ext cx="2578608" cy="292608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02152" y="1389888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024" y="1508760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96512" y="1463040"/>
            <a:ext cx="161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502152" y="2011680"/>
            <a:ext cx="212140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AES-256-GCM with a per-meeting key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exchanged participant-to-participant via ECDH (P-256)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relays &amp; stores only ZE1$… ciphertext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89904" y="1188720"/>
            <a:ext cx="2578608" cy="292608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18504" y="1389888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08760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12864" y="1463040"/>
            <a:ext cx="161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server knows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318504" y="2011680"/>
            <a:ext cx="212140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only: accounts, meeting codes, join times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chat history stays ciphertext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 and DB access can't read messages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46177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788" y="4703308"/>
            <a:ext cx="158008" cy="15800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14400" y="45994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🔒 badge in the meeting header confirms encryption is active — the key is agreed the moment a participant joins.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Z+ on Linux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self-contained x64 binaries in publish/linux — no .NET install; chmod +x and run.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78608" cy="30632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89888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5087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463040"/>
            <a:ext cx="161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zplus-server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85800" y="205740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server — identical features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zplus.db, zplus.key and environment overrides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TCP 5199 (ufw allow 5199/tcp)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&amp; Linux clients mix freely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73552" y="1188720"/>
            <a:ext cx="2578608" cy="30632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02152" y="1389888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024" y="1508760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96512" y="1463040"/>
            <a:ext cx="161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zplus-admin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3502152" y="205740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admin console (Avalonia)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&amp; roles, every server setting incl. SMTP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&amp; force-end meetings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interface as the Windows admin app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89904" y="1188720"/>
            <a:ext cx="2578608" cy="30632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18504" y="1389888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08760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12864" y="1463040"/>
            <a:ext cx="161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zplus-client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318504" y="205740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meeting client (Avalonia)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sign-in &amp; Home screen as Windows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Roster, host controls, E2E-encrypted chat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audio/video yet — chat participation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46177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788" y="4703308"/>
            <a:ext cx="158008" cy="15800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14400" y="45994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Linux apps share their code with the Windows apps — one interface, both platforms, one meeting.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reference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1206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2B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2B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address / 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http://0.0.0.0:5199  (TCP 5199 inbound)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server 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http://&lt;server-ip&gt;:5199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Seeded admin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admin@zplus.local  /  ChangeMe123!  — change immediately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data files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zplus.db  ·  zplus.key  (next to Z+ Server.exe)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 overrides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ZPLUS_DB · ZPLUS_KEY · ZPLUS_ADMIN_EMAIL · ZPLUS_ADMIN_PASSWORD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single-file exes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Windows: dotnet publish · Linux: make (net10.0)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 binaries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zplus-server · zplus-admin · zplus-client  (publish/linux)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CE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Audio, video &amp; chat end-to-end encrypted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E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806440" y="1051560"/>
            <a:ext cx="2880360" cy="3520440"/>
          </a:xfrm>
          <a:prstGeom prst="roundRect">
            <a:avLst>
              <a:gd name="adj" fmla="val 2540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6035040" y="1234440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39647" y="1339047"/>
            <a:ext cx="193121" cy="19312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83680" y="12893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6035040" y="1719072"/>
            <a:ext cx="2468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reach the server → check the URL includes http:// and :5199, and that the firewall allows TCP 5199.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sign in → the account may be disabled; ask an admin.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camera or mic → you can still join; check Windows privacy settings.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is full → the admin can raise the participant cap.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Z+ — User &amp; Admin Guide</dc:title>
  <dc:subject>PptxGenJS Presentation</dc:subject>
  <dc:creator>Z+</dc:creator>
  <cp:lastModifiedBy>Z+</cp:lastModifiedBy>
  <cp:revision>1</cp:revision>
  <dcterms:created xsi:type="dcterms:W3CDTF">2026-07-07T13:07:02Z</dcterms:created>
  <dcterms:modified xsi:type="dcterms:W3CDTF">2026-07-07T13:07:02Z</dcterms:modified>
</cp:coreProperties>
</file>