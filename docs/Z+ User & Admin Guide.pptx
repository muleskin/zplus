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685800"/>
            <a:ext cx="1005840" cy="100584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0598" y="9473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Meetings for Windows — User &amp; Admin Guide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580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039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7673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41732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&amp; host meetings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8328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4787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376732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11480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Server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11480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organization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08076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24535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7673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1228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Admin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81228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console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platform, three applications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325880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participant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and join video meetings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Audio, video, chat &amp; roster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meetings ahead of time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each user's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73552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42232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Server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142232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organization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meetings &amp; signaling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everything in SQLite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Binds to 0.0.0.0:5199 for LAN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 an always-on machine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89904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958584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Admin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958584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administrators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users &amp; assign roles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/ disable accounts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Server-wide policy settings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&amp; force-end meetings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is a single self-contained .exe — all DLLs and the .NET runtime embedded. Copy the file, run it. Nothing to install.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and running in four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Z+ Server.exe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zplus.db and zplus.key next to the exe and seeds the admin account.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22576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69464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70632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1" name="Text 9"/>
          <p:cNvSpPr/>
          <p:nvPr/>
        </p:nvSpPr>
        <p:spPr>
          <a:xfrm>
            <a:off x="2770632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70632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the firewall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0632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the Windows Firewall prompt (inbound TCP 5199) so LAN clients can connect.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81728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82896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882896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882896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Z+ Admin.exe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the seeded admin and change its password immediately.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47104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93992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95160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99516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95160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out the 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95160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Z+ Client.exe to users; they connect to http://&lt;server-ip&gt;:5199.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788" y="4246108"/>
            <a:ext cx="158008" cy="1580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14400" y="41422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environment overrides: ZPLUS_DB, ZPLUS_KEY (file locations) · ZPLUS_ADMIN_EMAIL, ZPLUS_ADMIN_PASSWORD (first-run seed).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address, port and policies can be changed later from the admin console — settings live in the database.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62B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400800" y="1463040"/>
            <a:ext cx="2194560" cy="2194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B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783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Guide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 ·   Home screen   ·   In the meeting   ·   Chat   ·   Host controls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account &amp; sign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429000"/>
          </a:xfrm>
          <a:prstGeom prst="roundRect">
            <a:avLst>
              <a:gd name="adj" fmla="val 2133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07008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70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Z+ Client.exe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264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 — just run the file.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199339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9568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server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212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field:  http://&lt;server-ip&gt;:5199  (ask your admin).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743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time? Create an account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2999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“New here? Create an account” — email, display name, password (8+ characters).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56616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5295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785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Home screen, ready to meet.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05840"/>
            <a:ext cx="3108960" cy="342900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12070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311615"/>
            <a:ext cx="193121" cy="19312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355080" y="1261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806440" y="1783080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“registration is disabled” appears, your admin creates accounts — ask them for credentials.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are hashed and AES-encrypted on the server; nobody can read them back.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sign-in lasts 12 hours, then you sign in again.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 your password? An admin can reset it.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screen — start, join, schedule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instant meeting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— you're live as host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9-digit meeting ID is created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ID with participants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meeting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meeting ID you received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password if one is set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Join meeting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meeting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date, time &amp; duration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meeting password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by email — invitees get the details and a join link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under “Your meetings” — click Start when it's time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look like 123-456-789. Dashes and spaces are optional when typing — 123456789 works too.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meeting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controls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407" y="170480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52728" y="152704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/ Unmute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52728" y="177393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your microphone instantly. A mute badge shows on your tile.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42316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527767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35000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/ Start video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252728" y="25968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tile shows your initials while the camera is off.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85800" y="324612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350727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52728" y="317296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52728" y="341985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exit; the meeting continues for everyone else. Rejoin any time with the ID.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166360" y="1170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 grid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166360" y="1572768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participant gets a tile; the grid re-arranges automatically as people come and go.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bar shows a mute badge and a Host tag.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and video connect peer-to-peer to each participant automatically.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line up top announces joins, leaves and host actions.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mic? You can still join, watch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participants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“Everyone” sends a public message to the whole meeting.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 “(privately)” to message one person — only you two see it.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Enter to send.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history (last 100 messages) replays when you join late.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End-to-end encrypted — the server only ever sees ciphertext.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panel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everyone in the meeting with their mute status.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see extra per-person buttons: Unmute?, Host, and ✕ (remove).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entry is marked “(You)”.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controls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host of meetings you create. Hosts don't need the meeting password.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4579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all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Silences every participant at once (except you).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39" y="1457919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86784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to unmute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56432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 polite prompt; the participant stays in control of their mic.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35331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391" y="145791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03136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participant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72784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Ejects someone from the meeting immediately.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7" y="3158703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0432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host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the host role (and its controls) to another participant.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73552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56432" y="3054096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039" y="3158703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86784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meeting for all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56432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meeting for everyone; it can't be rejoined.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89904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72784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391" y="3158703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803136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host hand-off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72784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host disconnects, the longest-connected participant is promoted.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62B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309360" y="146304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B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783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Guide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27432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  ·   Users &amp; roles   ·   Server settings   ·   Monitoring   ·   Security   ·   Linux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&amp; signing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978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Z+ Server.exe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5389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seeds a super admin:  admin@zplus.local  /  ChangeMe123!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28600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249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Z+ Admin.exe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5054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server URL and the admin credentials. Only Admin and SuperAdmin accounts may sign 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337560"/>
            <a:ext cx="384048" cy="384048"/>
          </a:xfrm>
          <a:prstGeom prst="ellipse">
            <a:avLst/>
          </a:prstGeom>
          <a:solidFill>
            <a:srgbClr val="E05A6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3300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seeded password now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tab → Administrator → Reset password. Don't skip this.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1005840"/>
            <a:ext cx="3108960" cy="356616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06440" y="1170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next to the server exe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06440" y="16276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732239"/>
            <a:ext cx="193121" cy="193121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373368" y="15544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zplus.db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73368" y="1801368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 — every user, meeting, chat log and setting.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806440" y="2542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047" y="2646639"/>
            <a:ext cx="193121" cy="193121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373368" y="24688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zplus.key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373368" y="2715768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64-byte master key that decrypts secrets in the database.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806440" y="345643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47" y="3561039"/>
            <a:ext cx="193121" cy="193121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355080" y="34015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0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up zplus.key. Without it, stored secrets cannot be decrypted.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users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644" y="1270284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user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21792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name, password &amp; role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69464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34056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908" y="1270284"/>
            <a:ext cx="184343" cy="184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27832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role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734056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role, click Save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81728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846320" y="1170432"/>
            <a:ext cx="384048" cy="384048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72" y="1270284"/>
            <a:ext cx="184343" cy="18434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40096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/ Enable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846320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sign-in and meetings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793992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958584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8436" y="1270284"/>
            <a:ext cx="184343" cy="18434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6958584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new password for a user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95728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can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in, host and join meetings,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above + admin console: manage users &amp; settings, monitor meetings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above + create, modify and reset other admins and super admins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5806440" y="2395728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035040" y="25786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9647" y="2683215"/>
            <a:ext cx="193121" cy="193121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2633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guardrails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035040" y="30632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disable or demote your own account.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SuperAdmins may touch SuperAdmin accounts.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Disabled users are blocked at sign-in and at meeting join.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settings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settings tab — stored in the database, enforced as soon as you click Save.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99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50363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52144" y="1380744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self-registration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892808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On: anyone who can reach the server may create an account.  Off: only admins create accounts.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73552" y="1234440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399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39" y="1503639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68496" y="1380744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meeting passwords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456432" y="1892808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a password on every newly created meeting, org-wide.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89904" y="1234440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399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391" y="150363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84848" y="1380744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participants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272784" y="1892808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2–1000 per meeting. Joins beyond the cap are rejected as “meeting is full”.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026664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19125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7" y="3295863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52144" y="3172968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listen URL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640080" y="3685032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address and port (default http://0.0.0.0:5199). Applied on restart.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73552" y="3026664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56432" y="319125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039" y="3295863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68496" y="3172968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invitations (SMTP)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3456432" y="3685032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Host, port, from, credentials. Empty host = email off. Password stored encrypted, write-only.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089904" y="3026664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72784" y="319125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391" y="3295863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84848" y="3172968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URL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6272784" y="3685032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reachable address used in invitation links, e.g. http://192.168.1.10:5199.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active meetings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see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meeting currently running on the server.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meeting ID and who's hosting.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participant count.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Refresh for the latest picture.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Force-ending a meeting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“End meeting” closes it for every participant instantly.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see “The host ended the meeting.”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meeting is closed permanently and can't be rejoined.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for abandoned, stuck, or policy-violating meetings.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Z+ protects your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188720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1302837"/>
            <a:ext cx="210678" cy="2106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22529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Passwords: hashed, then encrypted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234440" y="1536192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password is PBKDF2-hashed (never recoverable), then wrapped in an AES-256 + HMAC-SHA256 envelope. Tampered values are rejected.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90872" y="1024128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92040" y="1188720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57" y="1302837"/>
            <a:ext cx="210678" cy="2106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68112" y="122529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separation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68112" y="1536192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key lives in zplus.key, outside the database. A stolen zplus.db alone exposes nothing usable. Back the key file up securely.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2779776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2944368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3058485"/>
            <a:ext cx="210678" cy="21067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2980944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SQLite database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234440" y="3291840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meetings, chat, attendance and all server configuration — including the auto-generated, encrypted JWT signing key.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690872" y="2779776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92040" y="2944368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157" y="3058485"/>
            <a:ext cx="210678" cy="21067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68112" y="2980944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roles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468112" y="3291840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Sign-ins issue 12-hour JWTs carrying the user's role. Admin APIs require the Admin role; disabled accounts are re-checked at meeting join.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457200" y="4645152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788" y="4730740"/>
            <a:ext cx="158008" cy="15800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14400" y="46268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credentials look like  ZP1$3p9vuiaER…  in the database — encrypted envelopes, not readable hashes.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encryption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content is encrypted between participants — the server cannot read it.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5087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&amp; video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011680"/>
            <a:ext cx="21214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Peer-to-peer between participants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DTLS-SRTP (standard WebRTC encryption)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never touches the server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50876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96512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02152" y="2011680"/>
            <a:ext cx="21214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 with a per-meeting key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exchanged participant-to-participant via ECDH (P-256)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relays &amp; stores only ZE1$… ciphertext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18504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0876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2864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server knows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18504" y="2011680"/>
            <a:ext cx="21214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only: accounts, meeting codes, join times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chat history stays ciphertext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and DB access can't read messages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🔒 badge in the meeting header confirms encryption is active — the key is agreed the moment a participant joins.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 on Linux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self-contained x64 binaries in publish/linux — no .NET install; chmod +x and run.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5087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zplus-server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85800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server — identical features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zplus.db, zplus.key and environment overrides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TCP 5199 (ufw allow 5199/tcp)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&amp; Linux clients mix freely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50876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96512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zplus-admin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502152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admin GUI does, scriptable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list / create / update / reset-password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get / set · meetings list / end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via flags, env vars or prompts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18504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0876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2864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zplus-client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318504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meeting client for Linux users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/ join meetings, roster, chat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/who · /msg · /end · /leave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audio/video — chat participation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console tools also run on Windows — handy for scripting admin tasks on either platform.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reference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address / 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http://0.0.0.0:5199  (TCP 5199 inbound)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server 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http://&lt;server-ip&gt;:5199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admin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admin@zplus.local  /  ChangeMe123!  — change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data files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zplus.db  ·  zplus.key  (next to Z+ Server.exe)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overrides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ZPLUS_DB · ZPLUS_KEY · ZPLUS_ADMIN_EMAIL · ZPLUS_ADMIN_PASSWORD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single-file exes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Windows: dotnet publish · Linux: make (net10.0)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binaries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zplus-server · zplus-admin · zplus-client  (publish/linux)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Audio, video &amp; chat end-to-end encrypted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806440" y="1051560"/>
            <a:ext cx="2880360" cy="3520440"/>
          </a:xfrm>
          <a:prstGeom prst="roundRect">
            <a:avLst>
              <a:gd name="adj" fmla="val 2540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035040" y="123444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9647" y="1339047"/>
            <a:ext cx="193121" cy="1931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0" y="12893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6035040" y="1719072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reach the server → check the URL includes http:// and :5199, and that the firewall allows TCP 5199.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sign in → the account may be disabled; ask an admin.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 → you can still join; check Windows privacy settings.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is full → the admin can raise the participant cap.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Z+ — User &amp; Admin Guide</dc:title>
  <dc:subject>PptxGenJS Presentation</dc:subject>
  <dc:creator>Z+</dc:creator>
  <cp:lastModifiedBy>Z+</cp:lastModifiedBy>
  <cp:revision>1</cp:revision>
  <dcterms:created xsi:type="dcterms:W3CDTF">2026-07-07T12:08:43Z</dcterms:created>
  <dcterms:modified xsi:type="dcterms:W3CDTF">2026-07-07T12:08:43Z</dcterms:modified>
</cp:coreProperties>
</file>